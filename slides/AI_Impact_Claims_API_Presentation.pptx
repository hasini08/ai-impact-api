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Coursework brief: deliverables and 10-minute oral format.
Hero visual generated by OpenAI image generation for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Coursework brief: originality, good design practice, and data-driven API expectations.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FastAPI docs: automatic Swagger UI and OpenAPI generation.
SQLite docs: self-contained, serverless SQL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Derived from the implemented endpoint set discussed during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Swagger UI is generated automatically by FastAPI /docs.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Coursework brief: repo, API documentation PDF, technical report, slides, and GenAI declaration are all required deliverables.
Coursework brief: oral examiners review commit history, API docs, and the technical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Future-work items are reasoned extensions from the current implementation rather than externally sourced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illustration_in_a_futuristic_style_featu.png">    </p:cNvPr>
          <p:cNvPicPr>
            <a:picLocks noChangeAspect="1"/>
          </p:cNvPicPr>
          <p:nvPr/>
        </p:nvPicPr>
        <p:blipFill>
          <a:blip r:embed="rId1"/>
          <a:srcRect l="18333" r="18333" t="0" b="0"/>
          <a:stretch/>
        </p:blipFill>
        <p:spPr>
          <a:xfrm>
            <a:off x="6492240" y="320040"/>
            <a:ext cx="5212080" cy="548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411480"/>
            <a:ext cx="5303520" cy="5212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960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Impact Claims API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data-driven API exploring AI's effects on jobs, creativity, and the environment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8803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Services and Web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COMP3011 Coursework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name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ID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49834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05663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demo + Q&amp;A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6400800"/>
            <a:ext cx="1097280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Impact Claims API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326880" y="6446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COMP3011 coursework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framing and project goal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384048" cy="384048"/>
          </a:xfrm>
          <a:prstGeom prst="ellipse">
            <a:avLst/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170078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structured claims about automation, displacement, or changing labour demand.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46304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691640"/>
            <a:ext cx="384048" cy="384048"/>
          </a:xfrm>
          <a:prstGeom prst="ellipse">
            <a:avLst/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70078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arguments about AI support vs. substitution in creative work.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146304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0" y="1691640"/>
            <a:ext cx="384048" cy="384048"/>
          </a:xfrm>
          <a:prstGeom prst="ellipse">
            <a:avLst/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170078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theme broad enough to connect AI discourse to sustainability.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221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187952"/>
            <a:ext cx="10149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compact, defensible API that meets the coursework brief while staying distinctive: one robust CRUD model, one imported dataset, and one analytics endpoint for evidence-backed discussion.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754880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scope works: it is small enough to finish, but still connects directly to the dissertation theme and the brief's requirement for a data-driven web API.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6400800"/>
            <a:ext cx="1097280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Impact Claims API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0" y="6446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COMP3011 coursework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and technology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was chosen for rapid development, typed validation, and automatic OpenAPI docs; SQLite keeps the submitted prototype easy to run locally.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34086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/ Swagger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7004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and curl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78608" y="2450592"/>
            <a:ext cx="320040" cy="274320"/>
          </a:xfrm>
          <a:prstGeom prst="chevron">
            <a:avLst/>
          </a:prstGeom>
          <a:solidFill>
            <a:srgbClr val="2E6FB6"/>
          </a:solidFill>
          <a:ln w="12700">
            <a:solidFill>
              <a:srgbClr val="2E6F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214884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234086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routes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267004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validation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18888" y="2450592"/>
            <a:ext cx="320040" cy="274320"/>
          </a:xfrm>
          <a:prstGeom prst="chevron">
            <a:avLst/>
          </a:prstGeom>
          <a:solidFill>
            <a:srgbClr val="2E6FB6"/>
          </a:solidFill>
          <a:ln w="12700">
            <a:solidFill>
              <a:srgbClr val="2E6F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7800" y="214884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7528" y="234086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267004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+ analytics tables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59168" y="2450592"/>
            <a:ext cx="320040" cy="274320"/>
          </a:xfrm>
          <a:prstGeom prst="chevron">
            <a:avLst/>
          </a:prstGeom>
          <a:solidFill>
            <a:srgbClr val="2E6FB6"/>
          </a:solidFill>
          <a:ln w="12700">
            <a:solidFill>
              <a:srgbClr val="2E6F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214884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234086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DB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267004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local SQL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99448" y="2450592"/>
            <a:ext cx="320040" cy="274320"/>
          </a:xfrm>
          <a:prstGeom prst="chevron">
            <a:avLst/>
          </a:prstGeom>
          <a:solidFill>
            <a:srgbClr val="2E6FB6"/>
          </a:solidFill>
          <a:ln w="12700">
            <a:solidFill>
              <a:srgbClr val="2E6F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214884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DCEAF8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48088" y="234086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import script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0" y="267004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ai_exposure_scores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3959352"/>
            <a:ext cx="128016" cy="128016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38862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FastAPI: typed request models, automatic Swagger at /docs, clean JSON APIs.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462272"/>
            <a:ext cx="128016" cy="128016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38912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SQLAlchemy: clearer persistence layer than ad-hoc sqlite3 calls.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4965192"/>
            <a:ext cx="128016" cy="128016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489204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SQLite: low setup risk under deadline, still satisfies the SQL requirement.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5468112"/>
            <a:ext cx="128016" cy="128016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539496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CSV import: proves the API is data-driven rather than CRUD-only.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6400800"/>
            <a:ext cx="1097280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Impact Claims API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26880" y="6446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COMP3011 coursework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model, endpoints, and status codes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886200" cy="43434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904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table (CRUD)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96112" y="2121408"/>
            <a:ext cx="333756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042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96112" y="2505456"/>
            <a:ext cx="333756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6883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6112" y="2889504"/>
            <a:ext cx="333756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07238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" y="3273552"/>
            <a:ext cx="333756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564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source_url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6112" y="3657600"/>
            <a:ext cx="333756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8404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occupation_code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6112" y="4041648"/>
            <a:ext cx="333756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2245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created_at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6112" y="4425696"/>
            <a:ext cx="333756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54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occupation_code keeps the model flexible while still linking claims to a labour context.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23444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4904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ai_exposure_scores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4920" y="20116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occupation_code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10912" y="2212848"/>
            <a:ext cx="233172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514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occupation_title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10912" y="2715768"/>
            <a:ext cx="233172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0175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exposure_score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10912" y="3218688"/>
            <a:ext cx="233172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40690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from a CSV subset to demonstrate a data-backed analytics path.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18120" y="123444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1490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38160" y="18745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/claims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38160" y="22860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/claims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38160" y="269748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/claims/{claim_id}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38160" y="31089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/claims/{claim_id}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38160" y="35204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/claims/{claim_id}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38160" y="39319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/analytics/high-exposure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92440" y="455371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status codes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83880" y="47823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 create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3880" y="498348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read/update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83880" y="518464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204 delete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83880" y="538581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missing record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83880" y="558698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422 validation error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" y="6400800"/>
            <a:ext cx="1097280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Impact Claims API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326880" y="6446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COMP3011 coursework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flow and example outputs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078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demo should stay simple and controlled: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3886200" cy="365760"/>
          </a:xfrm>
          <a:prstGeom prst="roundRect">
            <a:avLst>
              <a:gd name="adj" fmla="val 1250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Open /docs to show generated Swagger UI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039112"/>
            <a:ext cx="3886200" cy="365760"/>
          </a:xfrm>
          <a:prstGeom prst="roundRect">
            <a:avLst>
              <a:gd name="adj" fmla="val 1250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3055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Create one claim with POST /claims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569464"/>
            <a:ext cx="3886200" cy="365760"/>
          </a:xfrm>
          <a:prstGeom prst="roundRect">
            <a:avLst>
              <a:gd name="adj" fmla="val 1250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609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Confirm persistence with GET /claims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099816"/>
            <a:ext cx="3886200" cy="365760"/>
          </a:xfrm>
          <a:prstGeom prst="roundRect">
            <a:avLst>
              <a:gd name="adj" fmla="val 1250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9125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Update one field with PATCH /claims/{id}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630168"/>
            <a:ext cx="3886200" cy="365760"/>
          </a:xfrm>
          <a:prstGeom prst="roundRect">
            <a:avLst>
              <a:gd name="adj" fmla="val 12500"/>
            </a:avLst>
          </a:prstGeom>
          <a:solidFill>
            <a:srgbClr val="DCEAF8"/>
          </a:solidFill>
          <a:ln w="12700">
            <a:solidFill>
              <a:srgbClr val="2E6F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216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Finish with GET /analytics/high-exposure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1325880"/>
            <a:ext cx="2834640" cy="2057400"/>
          </a:xfrm>
          <a:prstGeom prst="roundRect">
            <a:avLst>
              <a:gd name="adj" fmla="val 2222"/>
            </a:avLst>
          </a:prstGeom>
          <a:solidFill>
            <a:srgbClr val="F7FAFE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5179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create body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18288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"AI replacing copywriting tasks",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"jobs",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"occupation_code": "3541"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83880" y="1325880"/>
            <a:ext cx="3291840" cy="3520440"/>
          </a:xfrm>
          <a:prstGeom prst="roundRect">
            <a:avLst>
              <a:gd name="adj" fmla="val 1389"/>
            </a:avLst>
          </a:prstGeom>
          <a:solidFill>
            <a:srgbClr val="F7FAFE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5179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analytics response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0" y="1965960"/>
            <a:ext cx="2834640" cy="384048"/>
          </a:xfrm>
          <a:prstGeom prst="roundRect">
            <a:avLst>
              <a:gd name="adj" fmla="val 7143"/>
            </a:avLst>
          </a:prstGeom>
          <a:solidFill>
            <a:srgbClr val="DCEAF8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2066544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2451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0" y="206654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27080" y="2066544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12480" y="2514600"/>
            <a:ext cx="283464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0496" y="2615184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3541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0" y="2615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Writers and authors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27080" y="2615184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0.79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12480" y="3063240"/>
            <a:ext cx="283464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0496" y="3163824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2135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0" y="316382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business analysts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27080" y="3163824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12080" y="51663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Talking point: the analytics endpoint proves the app is not just CRUD; it also imports and queries structured data.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" y="6400800"/>
            <a:ext cx="1097280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Impact Claims API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326880" y="6446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COMP3011 coursework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package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Quality, deliverables, and reflective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154680" cy="41605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664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measures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6968" y="2267712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128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validation + clear status codes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86968" y="2980944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9260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curl and Swagger testing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6968" y="3694176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393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persistence with SQLAlchemy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96512" y="1417320"/>
            <a:ext cx="3154680" cy="41605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664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deliverables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97680" y="2267712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2128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GitHub repo + README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2980944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29260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documentation PDF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97680" y="3694176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36393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report PDF + slides PPTX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07224" y="1417320"/>
            <a:ext cx="3154680" cy="41605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08392" y="1664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and reflection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08392" y="2267712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18704" y="22128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used for scoping, debugging, and drafting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08392" y="2980944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9260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outputs reviewed and adapted manually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08392" y="3694176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18704" y="36393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Conversation-log appendix included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" y="580644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note for the oral exam: show your actual GitHub commit history live, because the repo evidence is assessed alongside the slide deck.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6400800"/>
            <a:ext cx="1097280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Impact Claims API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26880" y="6446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COMP3011 coursework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and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24128" y="2121408"/>
            <a:ext cx="118872" cy="118872"/>
          </a:xfrm>
          <a:prstGeom prst="ellipse">
            <a:avLst/>
          </a:prstGeom>
          <a:solidFill>
            <a:srgbClr val="2E6FB6"/>
          </a:solidFill>
          <a:ln w="12700">
            <a:solidFill>
              <a:srgbClr val="2E6F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0482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analytics dataset only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24128" y="2734056"/>
            <a:ext cx="118872" cy="118872"/>
          </a:xfrm>
          <a:prstGeom prst="ellipse">
            <a:avLst/>
          </a:prstGeom>
          <a:solidFill>
            <a:srgbClr val="2E6FB6"/>
          </a:solidFill>
          <a:ln w="12700">
            <a:solidFill>
              <a:srgbClr val="2E6F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66090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authentication or user ownership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24128" y="3346704"/>
            <a:ext cx="118872" cy="118872"/>
          </a:xfrm>
          <a:prstGeom prst="ellipse">
            <a:avLst/>
          </a:prstGeom>
          <a:solidFill>
            <a:srgbClr val="2E6FB6"/>
          </a:solidFill>
          <a:ln w="12700">
            <a:solidFill>
              <a:srgbClr val="2E6F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32735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chosen for simplicity, not scale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4128" y="3959352"/>
            <a:ext cx="118872" cy="118872"/>
          </a:xfrm>
          <a:prstGeom prst="ellipse">
            <a:avLst/>
          </a:prstGeom>
          <a:solidFill>
            <a:srgbClr val="2E6FB6"/>
          </a:solidFill>
          <a:ln w="12700">
            <a:solidFill>
              <a:srgbClr val="2E6F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38862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limited to one ranking endpoint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002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73368" y="2121408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204825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the CSV subset with a fuller published exposure dataset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73368" y="2734056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2660904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Normalise occupations into a separate linked table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73368" y="3346704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327355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automated pytest integration tests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73368" y="3959352"/>
            <a:ext cx="118872" cy="118872"/>
          </a:xfrm>
          <a:prstGeom prst="ellipse">
            <a:avLst/>
          </a:prstGeom>
          <a:solidFill>
            <a:srgbClr val="3A907B"/>
          </a:solidFill>
          <a:ln w="12700">
            <a:solidFill>
              <a:srgbClr val="3A90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38862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Migrate to PostgreSQL and introduce authentication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897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154680" y="5925312"/>
            <a:ext cx="7726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shows a complete vertical slice: SQL-backed CRUD, imported data, API documentation, and a reflective delivery package.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6400800"/>
            <a:ext cx="1097280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Impact Claims API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0" y="6446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COMP3011 coursework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Impact Claims API</dc:title>
  <dc:subject>AI Impact Claims API coursework presentation</dc:subject>
  <dc:creator>OpenAI</dc:creator>
  <cp:lastModifiedBy>OpenAI</cp:lastModifiedBy>
  <cp:revision>1</cp:revision>
  <dcterms:created xsi:type="dcterms:W3CDTF">2026-03-18T14:25:56Z</dcterms:created>
  <dcterms:modified xsi:type="dcterms:W3CDTF">2026-03-18T14:25:56Z</dcterms:modified>
</cp:coreProperties>
</file>